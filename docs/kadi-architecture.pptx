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KADI · THE LAST NOTE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822960" cy="0"/>
          </a:xfrm>
          <a:prstGeom prst="line">
            <a:avLst/>
          </a:prstGeom>
          <a:noFill/>
          <a:ln w="19050">
            <a:solidFill>
              <a:srgbClr val="6F5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71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A79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 ₹5 note goes: capture, compression, storage,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A79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three doors a payment can walk through.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 reference · verified against source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voice and photo work once deployed?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20240" cy="228600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37160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9496" y="1627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" y="2011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 needs HTTPS. Production has TLS,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it works there even though it fails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your LAN IP today.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234440"/>
            <a:ext cx="1920240" cy="228600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37160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42616" y="1627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42616" y="2011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Resized in the browser before upload.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permission beyond the file picker.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1920240" cy="228600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37160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 STORAGE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45736" y="1627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R2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5736" y="2011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bucket. Served by signed URLs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expire in 15 minutes.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20840" y="1234440"/>
            <a:ext cx="1920240" cy="228600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37160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DEPLOYABLE TODAY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48856" y="16276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6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yet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48856" y="2011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compose file has no frontend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service, and Caddy sends every path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backend. Three fixes needed.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 code is sound. What blocks a deploy is the production config, which never caught up with the frontend/backend split.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MEDIA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Uploads pass through the server. Downloads do not.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— WHEN A NOTE IS SEALED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37160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609344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MediaRecorder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24kbps · webp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30552" y="1737360"/>
            <a:ext cx="356616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93392" y="1481328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0320" y="1298448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37160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/api/submit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0048" y="1609344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70048" y="1783080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text+voice+photo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79392" y="1737360"/>
            <a:ext cx="356616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142232" y="1481328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09160" y="1298448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37160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submitLink()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1609344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mime allow-list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18888" y="1783080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size caps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28232" y="1737360"/>
            <a:ext cx="356616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91072" y="1481328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0" y="1298448"/>
            <a:ext cx="1645920" cy="868680"/>
          </a:xfrm>
          <a:prstGeom prst="rect">
            <a:avLst/>
          </a:prstGeom>
          <a:solidFill>
            <a:srgbClr val="141216"/>
          </a:solidFill>
          <a:ln w="19050">
            <a:solidFill>
              <a:srgbClr val="C9A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137160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bucket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67728" y="1609344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67728" y="1783080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public read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487168"/>
            <a:ext cx="8321040" cy="0"/>
          </a:xfrm>
          <a:prstGeom prst="line">
            <a:avLst/>
          </a:prstGeom>
          <a:noFill/>
          <a:ln w="12700">
            <a:solidFill>
              <a:srgbClr val="2A26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06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— WHEN SOMEONE PAYS ₹5 TO OPEN IT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1480" y="2834640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290779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getRevealView()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" y="3145536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the token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1208" y="3319272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the decision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30552" y="3273552"/>
            <a:ext cx="356616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993392" y="3017520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url()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560320" y="2834640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290779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URL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70048" y="3145536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 15 min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670048" y="3319272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presigned GET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79392" y="3273552"/>
            <a:ext cx="356616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142232" y="3017520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JSON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09160" y="2834640"/>
            <a:ext cx="164592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90779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18888" y="3145536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 · &lt;img&gt;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18888" y="3319272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 directly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28232" y="3273552"/>
            <a:ext cx="356616" cy="0"/>
          </a:xfrm>
          <a:prstGeom prst="line">
            <a:avLst/>
          </a:prstGeom>
          <a:noFill/>
          <a:ln w="15875">
            <a:solidFill>
              <a:srgbClr val="C9A15A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291072" y="3017520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bytes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58000" y="2834640"/>
            <a:ext cx="1645920" cy="868680"/>
          </a:xfrm>
          <a:prstGeom prst="rect">
            <a:avLst/>
          </a:prstGeom>
          <a:solidFill>
            <a:srgbClr val="141216"/>
          </a:solidFill>
          <a:ln w="19050">
            <a:solidFill>
              <a:srgbClr val="C9A1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90779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bucket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67728" y="3145536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egress fee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67728" y="3319272"/>
            <a:ext cx="14264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GB free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11480" y="39776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bytes never touch the app server — that is the zero-egress win.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2519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 are validated server-side; downloads go browser-to-bucket, so a viral note costs no bandwidth.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note may carry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48840"/>
                <a:gridCol w="1371600"/>
                <a:gridCol w="1828800"/>
                <a:gridCol w="1874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CAPTURED AS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BROWSER LIMIT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SERVER REJECTS ABOVE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 KEY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Opus 24kbps mono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 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1,000,000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…/voice.webm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Photo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WebP q0.8 (JPEG fallback)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1080 px edge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1,500,000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…/image.webp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UTF-8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280 chars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280 chars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 column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UTF-8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 chars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 chars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 column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0632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72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key layout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c/{chainId}/l/{linkId}/voice.{ext}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Unguessable without both UUIDs — and the bucket has no public read regardless.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1480" y="39319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is never unsealed. When a note’s text goes public 50 links later, its voice and photo stay private to the one person who paid.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STORAGE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drivers behind one interface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54680"/>
                <a:gridCol w="3154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CONCERN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 DRIVER (DEV)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 DRIVER (PRODUCTION)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 by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STORAGE_DRIVER=local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STORAGE_DRIVER=s3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Bytes live 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.data/media/…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 bucket kadi-media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Served by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Your server, /api/media/[...key]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 directly, browser to bucket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 signed with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HMAC-SHA256 (APP_SECRET)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 SigV4 presigned GET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 lifetime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min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min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Egress cost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Your bandwidth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977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the application knows what a bucket is. Swapping disk for R2 is an environment variable.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VPS — and the piece that is missing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0" y="1051560"/>
            <a:ext cx="2926080" cy="54864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18688" y="1124712"/>
            <a:ext cx="2706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(free)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18688" y="1362456"/>
            <a:ext cx="27066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cache · TLS · bot filter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1920240"/>
            <a:ext cx="2926080" cy="54864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993392"/>
            <a:ext cx="2706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2231136"/>
            <a:ext cx="27066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auto-HTTPS · one domain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2468880"/>
            <a:ext cx="0" cy="411480"/>
          </a:xfrm>
          <a:prstGeom prst="line">
            <a:avLst/>
          </a:prstGeom>
          <a:noFill/>
          <a:ln w="15875">
            <a:solidFill>
              <a:srgbClr val="D97651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63040" y="252374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97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route missing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2377440" cy="822960"/>
          </a:xfrm>
          <a:prstGeom prst="rect">
            <a:avLst/>
          </a:prstGeom>
          <a:solidFill>
            <a:srgbClr val="141216"/>
          </a:solidFill>
          <a:ln w="19050">
            <a:solidFill>
              <a:srgbClr val="D9765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21208" y="2953512"/>
            <a:ext cx="2157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6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— 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3191256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port 3001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208" y="3364992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COMPOSE YET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0" y="2468880"/>
            <a:ext cx="0" cy="41148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577840" y="25237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 · /admin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206240" y="2880360"/>
            <a:ext cx="2377440" cy="82296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2953512"/>
            <a:ext cx="2157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— 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15968" y="3191256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port 3000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15968" y="3364992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· admin · legal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0" y="2880360"/>
            <a:ext cx="1874520" cy="822960"/>
          </a:xfrm>
          <a:prstGeom prst="rect">
            <a:avLst/>
          </a:prstGeom>
          <a:solidFill>
            <a:srgbClr val="141216"/>
          </a:solidFill>
          <a:ln w="19050">
            <a:solidFill>
              <a:srgbClr val="C9A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95351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67728" y="3191256"/>
            <a:ext cx="16550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· photos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67728" y="3364992"/>
            <a:ext cx="16550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06240" y="3886200"/>
            <a:ext cx="1143000" cy="50292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395935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0680" y="3886200"/>
            <a:ext cx="1143000" cy="50292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395935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977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6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Dashed = does not exist yet.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224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is built and running locally today.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BEFORE THE FIRST DEPLOY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fixes stand between the repo and a public site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832104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45720" cy="868680"/>
          </a:xfrm>
          <a:prstGeom prst="rect">
            <a:avLst/>
          </a:prstGeom>
          <a:solidFill>
            <a:srgbClr val="D97651"/>
          </a:solidFill>
          <a:ln w="12700">
            <a:solidFill>
              <a:srgbClr val="D97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web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docker-compose.prod.yml builds only ./backend today. Add a service that builds ./frontend and exposes 3001.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832104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40280"/>
            <a:ext cx="45720" cy="868680"/>
          </a:xfrm>
          <a:prstGeom prst="rect">
            <a:avLst/>
          </a:prstGeom>
          <a:solidFill>
            <a:srgbClr val="D97651"/>
          </a:solidFill>
          <a:ln w="12700">
            <a:solidFill>
              <a:srgbClr val="D976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0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591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the Caddy routes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/api/*, /admin* and the legal pages to app:3000 — everything else to web:3001. One domain keeps the anonymous device cookie first-party.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8321040" cy="868680"/>
          </a:xfrm>
          <a:prstGeom prst="rect">
            <a:avLst/>
          </a:prstGeom>
          <a:solidFill>
            <a:srgbClr val="141216"/>
          </a:solidFill>
          <a:ln w="12700">
            <a:solidFill>
              <a:srgbClr val="2A26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46120"/>
            <a:ext cx="45720" cy="868680"/>
          </a:xfrm>
          <a:prstGeom prst="rect">
            <a:avLst/>
          </a:prstGeom>
          <a:solidFill>
            <a:srgbClr val="D97651"/>
          </a:solidFill>
          <a:ln w="12700">
            <a:solidFill>
              <a:srgbClr val="D976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55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R2 bucket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the five S3_* variables. The S3 driver is written but has never run against real R2 — the first upload in staging is its true first test.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343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6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are large. All are blocking.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PAYMENTS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doors, one capture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468880" cy="658368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307592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/api/pay/verify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" y="1545336"/>
            <a:ext cx="2249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came back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2468880" cy="658368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157984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/api/webhooks/cashfree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395728"/>
            <a:ext cx="2249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may be closed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935224"/>
            <a:ext cx="2468880" cy="658368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00837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sweep() every 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3246120"/>
            <a:ext cx="224942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reconciles stragglers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71800" y="1563624"/>
            <a:ext cx="502920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71800" y="2414016"/>
            <a:ext cx="502920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71800" y="3264408"/>
            <a:ext cx="502920" cy="0"/>
          </a:xfrm>
          <a:prstGeom prst="line">
            <a:avLst/>
          </a:prstGeom>
          <a:noFill/>
          <a:ln w="15875">
            <a:solidFill>
              <a:srgbClr val="6F5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1874520"/>
            <a:ext cx="2377440" cy="1051560"/>
          </a:xfrm>
          <a:prstGeom prst="rect">
            <a:avLst/>
          </a:prstGeom>
          <a:solidFill>
            <a:srgbClr val="141216"/>
          </a:solidFill>
          <a:ln w="19050">
            <a:solidFill>
              <a:srgbClr val="C9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947672"/>
            <a:ext cx="2157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capturePayment()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75888" y="2185416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gateway_order_id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75888" y="2359152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FOR UPDATE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75888" y="2532888"/>
            <a:ext cx="21579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idempotent by design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35040" y="2414016"/>
            <a:ext cx="457200" cy="0"/>
          </a:xfrm>
          <a:prstGeom prst="line">
            <a:avLst/>
          </a:prstGeom>
          <a:noFill/>
          <a:ln w="15875">
            <a:solidFill>
              <a:srgbClr val="C9A15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897880" y="21579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once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83680" y="1691640"/>
            <a:ext cx="2148840" cy="1417320"/>
          </a:xfrm>
          <a:prstGeom prst="rect">
            <a:avLst/>
          </a:prstGeom>
          <a:solidFill>
            <a:srgbClr val="141216"/>
          </a:solidFill>
          <a:ln w="12700">
            <a:solidFill>
              <a:srgbClr val="6F5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1764792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numbered slot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2002536"/>
            <a:ext cx="19293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allocated atomically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93408" y="2176272"/>
            <a:ext cx="19293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 chosen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93408" y="2350008"/>
            <a:ext cx="19293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recorded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93408" y="2523744"/>
            <a:ext cx="19293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your own note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93408" y="2697480"/>
            <a:ext cx="192938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one you already bought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11480" y="39319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delivery of the same order returns the first result unchanged — a closed tab cannot lose money, and a duplicate webhook cannot hand out two slots.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42245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 is enforced in the database, not in application logic.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CONFIGURATION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environment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PRODUCTION 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2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STORAGE_DRIVER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Anything else falls back to local disk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S3_ENDPOINT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https://&lt;account&gt;.r2.cloudflarestorage.com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 the R2 dashboard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S3_BUCKET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kadi-media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public access off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S3_REGION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R2 ignores region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S3_ACCESS_KEY_ID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R2 API token, Object Read &amp; Write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S3_SECRET_ACCESS_KEY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Shown once on creation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1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APP_SECRET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random bytes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Signs local media URLs and cookies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977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current caps, 10,000 notes with both a voice note and a photo is roughly 3.5 GB — inside R2’s free tier, with no egress charge however often they are read.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The Last 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Note Architecture</dc:title>
  <dc:subject>PptxGenJS Presentation</dc:subject>
  <dc:creator>Kadi</dc:creator>
  <cp:lastModifiedBy>Kadi</cp:lastModifiedBy>
  <cp:revision>1</cp:revision>
  <dcterms:created xsi:type="dcterms:W3CDTF">2026-09-13T10:17:31Z</dcterms:created>
  <dcterms:modified xsi:type="dcterms:W3CDTF">2026-09-13T10:17:31Z</dcterms:modified>
</cp:coreProperties>
</file>